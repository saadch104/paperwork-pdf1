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Paperwork conversion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PPTX conversion preserves this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